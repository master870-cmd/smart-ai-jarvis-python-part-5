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BF71-38B7-8642-BFCE-EDAE9BD0CBAF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A285-9698-1B45-8319-D90A8C63F15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FCDFD-B4CF-A241-8D71-E814B10BEAF4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6A7B589-FD4B-7E46-869A-CBADC5FC564E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E780-62FF-A256-7669-EDB140D4C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10AFA-2885-A44E-D049-8575B77C0C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564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Palatino Linotype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GOWDA N B</dc:creator>
  <cp:lastModifiedBy>SHASHANK GOWDA N B</cp:lastModifiedBy>
  <cp:revision>1</cp:revision>
  <dcterms:created xsi:type="dcterms:W3CDTF">2026-02-10T17:47:17Z</dcterms:created>
  <dcterms:modified xsi:type="dcterms:W3CDTF">2026-02-10T17:47:52Z</dcterms:modified>
</cp:coreProperties>
</file>